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ABSA-QUAD  ·  FINAL KD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920240"/>
            <a:ext cx="11155680" cy="9144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4400" b="1" i="0">
                <a:solidFill>
                  <a:srgbClr val="0F172A"/>
                </a:solidFill>
                <a:latin typeface="Segoe UI"/>
              </a:rPr>
              <a:t>What Actually Controls KD Gain?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788920"/>
            <a:ext cx="1115568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600" b="1" i="0">
                <a:solidFill>
                  <a:srgbClr val="2563EB"/>
                </a:solidFill>
                <a:latin typeface="Segoe UI"/>
              </a:rPr>
              <a:t>Teacher × Pool × Quality–Coverage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11880"/>
            <a:ext cx="15544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794760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  <a:latin typeface="Segoe UI"/>
              </a:rPr>
              <a:t>TALLIP evidence closure · clean-inductive + official test · 2026-07-18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OFFICIAL TEST · PRE-LOCKED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Four Supported KD Gains; One Inconclusive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664208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0784"/>
            <a:ext cx="17739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700784"/>
            <a:ext cx="12710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KD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700784"/>
            <a:ext cx="127101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NO-KD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700784"/>
            <a:ext cx="122529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Δ cF1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700784"/>
            <a:ext cx="296265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95%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700784"/>
            <a:ext cx="17739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150" b="1" i="0" spc="30">
                <a:solidFill>
                  <a:srgbClr val="64748B"/>
                </a:solidFill>
                <a:latin typeface="Segoe UI"/>
              </a:rPr>
              <a:t>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048256"/>
            <a:ext cx="11155680" cy="640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4825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eng_laptop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04825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0.3532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204825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0.2710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204825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+0.0822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7" y="2048256"/>
            <a:ext cx="2926079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[+0.0629, +0.1021]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2367" y="204825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47857"/>
                </a:solidFill>
                <a:latin typeface="Segoe UI"/>
              </a:rPr>
              <a:t>Supported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2688336"/>
            <a:ext cx="11155680" cy="640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68833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rus_restaurant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268833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0.5189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4487" y="268833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0.4978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268833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+0.0211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7" y="2688336"/>
            <a:ext cx="2926079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[+0.0005, +0.0431]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7" y="268833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47857"/>
                </a:solidFill>
                <a:latin typeface="Segoe UI"/>
              </a:rPr>
              <a:t>Supported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3328416"/>
            <a:ext cx="11155680" cy="640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2841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tat_restaurant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332841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0.4311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4487" y="332841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0.4037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807" y="332841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+0.0274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7" y="3328416"/>
            <a:ext cx="2926079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[+0.0071, +0.0482]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02367" y="332841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47857"/>
                </a:solidFill>
                <a:latin typeface="Segoe UI"/>
              </a:rPr>
              <a:t>Supported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3968496"/>
            <a:ext cx="11155680" cy="640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96849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ukr_restaurant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396849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0.4608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4487" y="396849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0.4215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807" y="396849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+0.0393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7" y="3968496"/>
            <a:ext cx="2926079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[+0.0150, +0.0639]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7" y="396849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47857"/>
                </a:solidFill>
                <a:latin typeface="Segoe UI"/>
              </a:rPr>
              <a:t>Supported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" y="4608576"/>
            <a:ext cx="11155680" cy="640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60857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zho_restaurant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460857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0.4660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04487" y="4608576"/>
            <a:ext cx="123444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0.4798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7" y="4608576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−0.0137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7" y="4608576"/>
            <a:ext cx="2926079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[−0.0289, +0.0014]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2367" y="460857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B45A09"/>
                </a:solidFill>
                <a:latin typeface="Segoe UI"/>
              </a:rPr>
              <a:t>Inconclusive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477256"/>
            <a:ext cx="1115568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Segoe UI"/>
              </a:rPr>
              <a:t>10,000 paired bootstrap resamples · seed 20260713. Systems, predictions and thresholds were frozen before gold retrieval. None of the eight main systems establishes test SOTA.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ABLATION DESIGN · DEV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Size-Matched Pool Source Comparison (rus_restaurant)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828800"/>
            <a:ext cx="11201400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65376"/>
            <a:ext cx="405993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CONTROL /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7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REAL4K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59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TRANSLATED4K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19" y="1865376"/>
            <a:ext cx="2185415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300" b="1" i="0" spc="30">
                <a:solidFill>
                  <a:srgbClr val="64748B"/>
                </a:solidFill>
                <a:latin typeface="Segoe UI"/>
              </a:rPr>
              <a:t>GENERATED4K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212848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Pool size (unlabeled 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3,466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6607" y="221284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2779776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79776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DeepSeek-labeled 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3,466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7" y="2779776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346704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46704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Silver used (cap=3000)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488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7" y="3346704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3,000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913632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+ gold (fixed)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7" y="3913632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1,240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80560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80560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Final training rows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7" y="4480560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4,240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5047488"/>
            <a:ext cx="11201400" cy="5669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47488"/>
            <a:ext cx="402335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1" i="0">
                <a:solidFill>
                  <a:srgbClr val="0F172A"/>
                </a:solidFill>
                <a:latin typeface="Segoe UI"/>
              </a:rPr>
              <a:t>5-seed ensemble cF1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7" y="504748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0.5586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4887" y="504748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50" b="0" i="0">
                <a:solidFill>
                  <a:srgbClr val="334155"/>
                </a:solidFill>
                <a:latin typeface="Segoe UI"/>
              </a:rPr>
              <a:t>0.5761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7" y="5047488"/>
            <a:ext cx="2148839" cy="56692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450" b="0" i="0">
                <a:solidFill>
                  <a:srgbClr val="334155"/>
                </a:solidFill>
                <a:latin typeface="Segoe UI"/>
              </a:rPr>
              <a:t>0.6162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QUANTITY CONTROL · DEV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Same gen8k Silver: Reducing to 3,000 Does Not Help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828800"/>
            <a:ext cx="11247119" cy="3840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65376"/>
            <a:ext cx="22311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>PAIRED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65376"/>
            <a:ext cx="42885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>FULL GEN8K (7,988)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19" y="1865376"/>
            <a:ext cx="4288536" cy="310896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30">
                <a:solidFill>
                  <a:srgbClr val="64748B"/>
                </a:solidFill>
                <a:latin typeface="Segoe UI"/>
              </a:rPr>
              <a:t>CAP 3,000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221284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1284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Seed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221284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0.5286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221284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0.5123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99008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9008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Seed 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99008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0.5648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299008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0.5584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76732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Paired mean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376732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0.5467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376732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0.5353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544568"/>
            <a:ext cx="11247119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44568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Segoe UI"/>
              </a:rPr>
              <a:t>Δ vs 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454456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Segoe U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4544568"/>
            <a:ext cx="4251959" cy="7772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−1.14pp (gate failed)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FINAL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Six Conclusions Within the Evidence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53312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444752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44752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408176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1D4ED8"/>
                </a:solidFill>
                <a:latin typeface="Segoe UI"/>
              </a:rPr>
              <a:t>KD gains are conditional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408176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Complementary, accurate coverage is a supported interpretation—not a universal law.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85416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276856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240280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B45A09"/>
                </a:solidFill>
                <a:latin typeface="Segoe UI"/>
              </a:rPr>
              <a:t>DeepSeek is more robust overall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4688" y="224028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Direct fidelity is 8/8 higher by point estimate; only 3/8 gaps are supported.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017520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9808" y="3108960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108960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3072384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047857"/>
                </a:solidFill>
                <a:latin typeface="Segoe UI"/>
              </a:rPr>
              <a:t>Pool source has no universal 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307238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zho: real wins; rus: generated wins under size matching.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49624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FD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9808" y="3941063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41063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904487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DC2626"/>
                </a:solidFill>
                <a:latin typeface="Segoe UI"/>
              </a:rPr>
              <a:t>rus gen4k is a batch-quality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4688" y="3904487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Same-pool reduction failed; the 4k advantage is not a generic cap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81728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9808" y="4773168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73168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736592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1E293B"/>
                </a:solidFill>
                <a:latin typeface="Segoe UI"/>
              </a:rPr>
              <a:t>Best silver balances quality and 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4688" y="4736592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More is not automatically better; no universal cap is supported.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513831"/>
            <a:ext cx="11018520" cy="667512"/>
          </a:xfrm>
          <a:prstGeom prst="roundRect">
            <a:avLst>
              <a:gd name="adj" fmla="val 5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9808" y="5605271"/>
            <a:ext cx="493776" cy="475488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605271"/>
            <a:ext cx="493776" cy="47548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4752" y="5568695"/>
            <a:ext cx="3977639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520" b="1" i="0">
                <a:solidFill>
                  <a:srgbClr val="1D4ED8"/>
                </a:solidFill>
                <a:latin typeface="Segoe UI"/>
              </a:rPr>
              <a:t>Official test supports 4/5 contrasts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5568695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80" b="0" i="0">
                <a:solidFill>
                  <a:srgbClr val="334155"/>
                </a:solidFill>
                <a:latin typeface="Segoe UI"/>
              </a:rPr>
              <a:t>zho is inconclusive; no main system exceeds the leaderboard best.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